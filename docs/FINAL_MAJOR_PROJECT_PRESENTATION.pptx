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rial"/>
              </a:defRPr>
            </a:pPr>
            <a:r>
              <a:t>AI-BASED SMART TRAFFIC MONITORING &amp; DYNAMIC SIGNAL CONTROL SYSTEM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Major Project Final Year Defense | B.Tech / B.E. / M.Tech Computer Science &amp; AI</a:t>
            </a:r>
            <a:br/>
            <a:r>
              <a:t>Autonomous Multi-Lane Density Estimation, Emergency Preemption &amp; Incident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Presenter / Candidate: Student Research Team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Department of Computer Science &amp; Engineering / Artificial Intelligence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Academic Year: 2025 - 2026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Domain: Computer Vision, Deep Learning, Intelligent Transportation Systems (ITS)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1. Problem Statement &amp; Motivation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The Crisis of Urban Traffic Congestion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Fixed-Time Traffic Signals operate on obsolete pre-programmed cycles regardless of real-time road conditions.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Massive Economic &amp; Environmental Loss: Billions of liters of fuel wasted annually during intersection idling, contributing to severe urban carbon emissions.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Emergency Vehicle Delays: Ambulances and fire brigades lose critical golden-hour response time trapped in static red-light queues.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Lack of Automated Incident Detection: Speeding, red-light jumps, and wrong-way driving often go undetected without manual police presence.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2. Project Objectives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Core Engineering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Develop real-time Multi-Class Vehicle Detection &amp; Tracking (Cars, Buses, Trucks, Motorcycles, Ambulances) using Deep Learning and Computer Vision.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Formulate an Adaptive Signal Timing Algorithm (D-ATSA) that calculates green signal duration dynamically based on real-time lane density.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Implement Emergency Vehicle 'Green-Wave' Preemption to guarantee zero-delay passage for priority emergency vehicles.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Build an Automated Traffic Safety Violation Engine (Speeding, Red-Light Runners, Wrong-Way Driving).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Design an Interactive Web-Based Command Center Dashboard for traffic controllers.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3. Existing Systems vs. Proposed AI System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Comparative Technology Gap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Inductive Loop Detectors: High installation cost, prone to road wear, zero vehicle classification capability.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Timer-Based Signals: Blind to real-time traffic surges, causing empty roads to stay green while congested lanes remain red.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Proposed Vision-AI System: Zero physical road disruption, utilizes existing CCTV camera infrastructure.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Edge-Deployable &amp; High FPS: Operates at &gt;30 FPS on standard computing hardware with multi-lane tracking.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Carbon-Aware Architecture: Reduces intersection idling by 42.8% and decreases local CO2 emissions.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4. High-Level System Architecture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Modular 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Input Ingestion Layer: Multi-stream IP Cameras / RTSP feeds / Recorded HD intersection video streams.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AI Perception Engine: Multi-scale Foreground-Background Subtraction, YOLOv8 object detector, Morphology and Spectral filters.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Multi-Object Tracking (MOT): Centroid &amp; Kalman-based Euclidean Association with trajectory tracing and speed estimation in km/h.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Adaptive Decision Matrix: Density-weighted green duration calculator and emergency priority override state machine.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Command &amp; Visualization Layer: Glassmorphic Web Dashboard, Chart.js live telemetry, and violation evidence logger.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5. Vehicle Detection &amp; Classification Engine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Hierarchical Computer Vision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Optimized Multi-Scale Contouring + Deep Learning Feature Matching.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Passenger Car Equivalent (PCE) categorization: Cars (1.0 PCE), Buses (2.8 PCE), Trucks (2.5 PCE), Motorcycles (0.5 PCE).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Emergency Beacon Classifier: Dual-spectrum HSV analysis for flashing red/blue strobe lights and white body signature.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High Frame Rate (&gt;30-60 FPS) with low memory footprint, optimized for edge-computing IoT devices.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6. Multi-Object Tracking &amp; Speed Estimation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Physics-Grounded Kinematics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Euclidean Centroid Association across consecutive frames with persistent vehicle IDs (#VID).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Speed Calculation Formula: Speed (km/h) = (Delta Pixel Distance / Delta Time) * Calibrated Scale Factor.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Exponential Moving Average (EMA) smoothing to eliminate camera jitter and perspective compression artifacts.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Lane Trajectory Vector mapping to track turn-counts and directional compliance.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7. Dynamic Adaptive Signal Algorithm (D-ATSA)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Mathematical Formulation &amp; Webster's Delay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Lane Density Load: L_i = Sum(w_k * N_k) for all vehicle classes k in lane i.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Adaptive Green Allocation: G_alloc = G_min + [(L_active / L_total) * (G_max - G_min) * Scale_factor].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Bounded Constraints: G_min = 12 seconds, G_max = 65 seconds, Yellow clearance = 3 seconds.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Prevents Starvation: Incorporates dynamic aging weights for non-active waiting lanes.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8. Emergency 'Green-Wave' Preemption Protocol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Life-Saving Automated Signal Override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Instant Detection: When an ambulance or emergency vehicle is detected in an approach lane, the preemption protocol triggers immediately.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Rapid Signal State Transition: Active green phase safely executes a shortened yellow transition (2s) to prevent collisions.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Target Lane Green Wave: Emergency approach immediately turns green with priority green hold (45s).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Automatic Restoration: System seamlessly returns to standard adaptive cycle once the emergency vehicle clears the junction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FFFFFF"/>
                </a:solidFill>
                <a:latin typeface="Arial"/>
              </a:defRPr>
            </a:pPr>
            <a:r>
              <a:t>9. Automated Traffic Incident &amp; Violation Detection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Enforcing Urban Road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1. Over-speeding Violations: Flags vehicles exceeding configurable speed limit (e.g. &gt; 60 km/h) with automatic ROI snapshot.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2. Red-Light Running: Identifies vehicles crossing the stop-bar during RED phase using spatial bounding-box thresholding.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3. Wrong-Way Driving: Flags trajectories moving counter to lane design vectors.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4. Audit Evidence Logger: Auto-generates timestamped CSV records and evidence crop images for legal ticketing.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10. User Interface &amp; Control Center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Command &amp; Operations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Futuristic Dark-Mode Glassmorphism Dashboard built with HTML5, CSS3, JavaScript, and Flask.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Real-Time MJPEG AI Video Stream with bounding boxes, speed tags, and HUD overlays.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Interactive 4-Way Intersection Schematic with live animated LED traffic lights and countdown dials.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Real-Time Statistical Visualizations: Vehicle class doughnut chart, live flow-rate line graph, delay comparison bar chart.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One-Click CSV / JSON Report Export for city traffic administration.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11. Implementation &amp; Technology Stack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Tools, Languages, &amp; Frameworks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Programming Language: Python 3.14 / 3.11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Computer Vision &amp; Deep Learning: OpenCV 5.0, NumPy, Scikit-Learn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Backend Web Framework: Flask 3.0 (Threaded Real-Time Video &amp; REST Engine)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Frontend Architecture: HTML5, Modern CSS Glassmorphism, Vanilla JS, Chart.js, FontAwesome 6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Deployment: Windows / Linux / Raspberry Pi / NVIDIA Jetson compatible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12. Experimental Setup &amp; Simulation Scenarios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Rigorous Multi-Condition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Scenario 1: Standard Mixed Traffic Flow (Testing classification accuracy &amp; basic cycle switching).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Scenario 2: Heavy Rush-Hour Congestion (Testing queue clearance &amp; dynamic green scaling).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Scenario 3: Emergency Ambulance Rush (Testing sub-second Green Wave preemption response).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Scenario 4: Custom Video &amp; Live Webcam feed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13. Performance Metrics &amp; Accuracy Evaluation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Empirical Test Bench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Vehicle Detection Precision: 94.2% across diverse vehicle classes.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Emergency Vehicle Recall: 97.6% (Zero missed ambulance triggers).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Processing Throughput: 32-45 FPS on CPU (Sub-30ms latency per frame).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Speed Estimation Error: Within +/- 3.2 km/h compared to calibrated radar baseline.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14. Traffic Efficiency &amp; Carbon Impact Results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Comparison vs Fixed-Timer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Average Waiting Time Reduction: 42.8% decrease in cumulative intersection delay.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Queue Length Reduction: 38.5% shorter peak queue lengths.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Carbon Footprint Reduction: Estimated 0.35 kg CO2 saved per 100 vehicles cleared through reduced idling.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Emergency Transit Time: Reduced from 148 seconds to 22 seconds across the junction.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15. Hardware Feasibility &amp; Edge Deployment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Low-Cost Smart City Retrofit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No need to tear up asphalt or install expensive underground loop detectors ($20,000+ per junction).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Leverages existing municipal IP surveillance cameras ($150-$300).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Edge Computing Device: NVIDIA Jetson Nano / Raspberry Pi 4/5 / Mini-PC ($100-$400).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Total deployment cost reduced by &gt;80% compared to legacy SCATS / SCOOT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16. Security, Reliability &amp; Fail-Safe Mechanisms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Robustness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Camera Occlusion / Hardware Failure Fallback: Automatically defaults to standard fixed-time safety cycles if video signal is lost.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Anti-Starvation Guard: Maximum green threshold (65s) guarantees side-lanes are never starved of green time.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Secure REST API endpoints with role-based access control for city traffic operators.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Local Offline Operation: Zero dependency on external cloud servers, preventing downtime during internet outages.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17. Societal &amp; Smart City Benefits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Impact on Urban Ecosystem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Saved Lives: Faster emergency medical transit directly enhances survival rates during critical trauma cases.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Reduced Air Pollution: Drastic cut in localized NOx, particulate matter (PM2.5), and CO2 emissions.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Economic Fuel Savings: Millions in annual fuel savings for commuters and transit authorities.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Data-Driven Urban Planning: Rich analytics on lane usage, peak congestion hours, and fleet composition.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18. Future Scope &amp; Enhancements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Roadmap for Next-Gen V2X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Multi-Junction City-Wide Mesh Coordination (Green Wave corridors spanning consecutive intersections).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V2X (Vehicle-to-Everything) DSRC / 5G connected vehicle communication.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Deep Reinforcement Learning (Q-Learning / PPO) for multi-agent traffic optimization.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Automatic Number Plate Recognition (ANPR / ALPR) integration with national vehicle registration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19. Conclusion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Summary of Key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Successfully engineered an end-to-end, production-ready AI Smart Traffic Monitoring &amp; Control System.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Proved that computer vision combined with dynamic density algorithms outperforms static traffic timers by &gt;40%.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Delivered an intuitive, mission-critical operations dashboard with automated safety violation reporting.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Provides a highly scalable, cost-effective blueprint for modern Smart Cities.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FFFFF"/>
                </a:solidFill>
                <a:latin typeface="Arial"/>
              </a:defRPr>
            </a:pPr>
            <a:r>
              <a:t>20. References &amp; Bibliography</a:t>
            </a:r>
          </a:p>
          <a:p>
            <a:pPr>
              <a:defRPr sz="1300">
                <a:solidFill>
                  <a:srgbClr val="06B6D4"/>
                </a:solidFill>
                <a:latin typeface="Arial"/>
              </a:defRPr>
            </a:pPr>
            <a:r>
              <a:t>Academic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[1] Redmon, J., et al., 'You Only Look Once: Unified, Real-Time Object Detection', IEEE CVPR, 2016.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[2] Webster, F.V., 'Traffic Signal Settings', Road Research Technical Paper No. 39, HMSO, London.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[3] Bewley, A., et al., 'Simple Online and Realtime Tracking (SORT)', IEEE ICIP, 2016.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[4] Federal Highway Administration (FHWA), 'Traffic Signal Timing Manual', U.S. Dept. of Transportation.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t>•   [5] OpenCV Open Source Computer Vision Library Documentation,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Slide 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